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62" r:id="rId3"/>
    <p:sldId id="257" r:id="rId4"/>
    <p:sldId id="261" r:id="rId5"/>
    <p:sldId id="263" r:id="rId6"/>
    <p:sldId id="264" r:id="rId7"/>
    <p:sldId id="265" r:id="rId8"/>
    <p:sldId id="266" r:id="rId9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-1672" y="-2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interSettings" Target="printerSettings/printerSettings1.bin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9F30-9F33-3241-8D38-F40666470D4B}" type="datetimeFigureOut">
              <a:rPr lang="es-ES" smtClean="0"/>
              <a:t>1/3/18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439C-E58F-BD4F-951D-8ACA990E79C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0274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9F30-9F33-3241-8D38-F40666470D4B}" type="datetimeFigureOut">
              <a:rPr lang="es-ES" smtClean="0"/>
              <a:t>1/3/18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439C-E58F-BD4F-951D-8ACA990E79C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774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9F30-9F33-3241-8D38-F40666470D4B}" type="datetimeFigureOut">
              <a:rPr lang="es-ES" smtClean="0"/>
              <a:t>1/3/18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439C-E58F-BD4F-951D-8ACA990E79C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7967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9F30-9F33-3241-8D38-F40666470D4B}" type="datetimeFigureOut">
              <a:rPr lang="es-ES" smtClean="0"/>
              <a:t>1/3/18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439C-E58F-BD4F-951D-8ACA990E79C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3686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9F30-9F33-3241-8D38-F40666470D4B}" type="datetimeFigureOut">
              <a:rPr lang="es-ES" smtClean="0"/>
              <a:t>1/3/18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439C-E58F-BD4F-951D-8ACA990E79C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3668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9F30-9F33-3241-8D38-F40666470D4B}" type="datetimeFigureOut">
              <a:rPr lang="es-ES" smtClean="0"/>
              <a:t>1/3/18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439C-E58F-BD4F-951D-8ACA990E79C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9259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9F30-9F33-3241-8D38-F40666470D4B}" type="datetimeFigureOut">
              <a:rPr lang="es-ES" smtClean="0"/>
              <a:t>1/3/18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439C-E58F-BD4F-951D-8ACA990E79C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2346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9F30-9F33-3241-8D38-F40666470D4B}" type="datetimeFigureOut">
              <a:rPr lang="es-ES" smtClean="0"/>
              <a:t>1/3/18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439C-E58F-BD4F-951D-8ACA990E79C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6294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9F30-9F33-3241-8D38-F40666470D4B}" type="datetimeFigureOut">
              <a:rPr lang="es-ES" smtClean="0"/>
              <a:t>1/3/18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439C-E58F-BD4F-951D-8ACA990E79C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6639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9F30-9F33-3241-8D38-F40666470D4B}" type="datetimeFigureOut">
              <a:rPr lang="es-ES" smtClean="0"/>
              <a:t>1/3/18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439C-E58F-BD4F-951D-8ACA990E79C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32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9F30-9F33-3241-8D38-F40666470D4B}" type="datetimeFigureOut">
              <a:rPr lang="es-ES" smtClean="0"/>
              <a:t>1/3/18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439C-E58F-BD4F-951D-8ACA990E79C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5933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 err="1" smtClean="0"/>
              <a:t>Clic</a:t>
            </a:r>
            <a:r>
              <a:rPr lang="en-AU" dirty="0" smtClean="0"/>
              <a:t> </a:t>
            </a:r>
            <a:r>
              <a:rPr lang="en-AU" dirty="0" err="1" smtClean="0"/>
              <a:t>para</a:t>
            </a:r>
            <a:r>
              <a:rPr lang="en-AU" dirty="0" smtClean="0"/>
              <a:t> </a:t>
            </a:r>
            <a:r>
              <a:rPr lang="en-AU" dirty="0" err="1" smtClean="0"/>
              <a:t>editar</a:t>
            </a:r>
            <a:r>
              <a:rPr lang="en-AU" dirty="0" smtClean="0"/>
              <a:t> </a:t>
            </a:r>
            <a:r>
              <a:rPr lang="en-AU" dirty="0" err="1" smtClean="0"/>
              <a:t>título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Haga clic para modificar el estilo de texto del patrón</a:t>
            </a:r>
          </a:p>
          <a:p>
            <a:pPr lvl="1"/>
            <a:r>
              <a:rPr lang="en-AU" smtClean="0"/>
              <a:t>Segundo nivel</a:t>
            </a:r>
          </a:p>
          <a:p>
            <a:pPr lvl="2"/>
            <a:r>
              <a:rPr lang="en-AU" smtClean="0"/>
              <a:t>Tercer nivel</a:t>
            </a:r>
          </a:p>
          <a:p>
            <a:pPr lvl="3"/>
            <a:r>
              <a:rPr lang="en-AU" smtClean="0"/>
              <a:t>Cuarto nivel</a:t>
            </a:r>
          </a:p>
          <a:p>
            <a:pPr lvl="4"/>
            <a:r>
              <a:rPr lang="en-AU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09F30-9F33-3241-8D38-F40666470D4B}" type="datetimeFigureOut">
              <a:rPr lang="es-ES" smtClean="0"/>
              <a:t>1/3/18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2439C-E58F-BD4F-951D-8ACA990E79CF}" type="slidenum">
              <a:rPr lang="es-ES" smtClean="0"/>
              <a:t>‹Nr.›</a:t>
            </a:fld>
            <a:endParaRPr lang="es-ES"/>
          </a:p>
        </p:txBody>
      </p:sp>
      <p:pic>
        <p:nvPicPr>
          <p:cNvPr id="7" name="Marcador de contenido 7" descr="Large_portada.png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10" t="76249" r="23729"/>
          <a:stretch/>
        </p:blipFill>
        <p:spPr>
          <a:xfrm>
            <a:off x="-14271" y="-388740"/>
            <a:ext cx="9318635" cy="1074965"/>
          </a:xfrm>
          <a:prstGeom prst="rect">
            <a:avLst/>
          </a:prstGeom>
        </p:spPr>
      </p:pic>
      <p:pic>
        <p:nvPicPr>
          <p:cNvPr id="8" name="Marcador de contenido 7" descr="Large_portada.png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10" t="76249" r="23729"/>
          <a:stretch/>
        </p:blipFill>
        <p:spPr>
          <a:xfrm rot="10800000">
            <a:off x="0" y="5818867"/>
            <a:ext cx="9158271" cy="1074965"/>
          </a:xfrm>
          <a:prstGeom prst="rect">
            <a:avLst/>
          </a:prstGeom>
        </p:spPr>
      </p:pic>
      <p:pic>
        <p:nvPicPr>
          <p:cNvPr id="9" name="Imagen 8" descr="logo-small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12" y="6219609"/>
            <a:ext cx="1295743" cy="5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016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 cap="none" spc="0">
          <a:ln w="12700">
            <a:solidFill>
              <a:schemeClr val="tx1"/>
            </a:solidFill>
            <a:prstDash val="solid"/>
          </a:ln>
          <a:solidFill>
            <a:srgbClr val="000000"/>
          </a:solidFill>
          <a:effectLst>
            <a:outerShdw blurRad="41275" dist="20320" dir="1800000" algn="tl" rotWithShape="0">
              <a:srgbClr val="000000">
                <a:alpha val="40000"/>
              </a:srgbClr>
            </a:outerShdw>
          </a:effectLst>
          <a:latin typeface="Didot"/>
          <a:ea typeface="+mj-ea"/>
          <a:cs typeface="Dido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localhost:4200/" TargetMode="External"/><Relationship Id="rId3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4833423" y="4262394"/>
            <a:ext cx="3624777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s-ES" dirty="0" smtClean="0"/>
              <a:t>Rub</a:t>
            </a:r>
            <a:r>
              <a:rPr lang="es-ES" dirty="0" smtClean="0"/>
              <a:t>én Gómez</a:t>
            </a:r>
          </a:p>
          <a:p>
            <a:pPr algn="l"/>
            <a:r>
              <a:rPr lang="es-ES" dirty="0" err="1" smtClean="0"/>
              <a:t>Daniil</a:t>
            </a:r>
            <a:r>
              <a:rPr lang="es-ES" dirty="0" smtClean="0"/>
              <a:t> </a:t>
            </a:r>
            <a:r>
              <a:rPr lang="es-ES" dirty="0" err="1" smtClean="0"/>
              <a:t>Mihhedko</a:t>
            </a:r>
            <a:endParaRPr lang="es-ES" dirty="0" smtClean="0"/>
          </a:p>
          <a:p>
            <a:pPr algn="l"/>
            <a:r>
              <a:rPr lang="es-ES" dirty="0" smtClean="0"/>
              <a:t>Alba Parada</a:t>
            </a:r>
          </a:p>
          <a:p>
            <a:pPr algn="l"/>
            <a:r>
              <a:rPr lang="es-ES" dirty="0" smtClean="0"/>
              <a:t>Arnau Santos</a:t>
            </a:r>
            <a:endParaRPr lang="es-ES" dirty="0"/>
          </a:p>
        </p:txBody>
      </p:sp>
      <p:pic>
        <p:nvPicPr>
          <p:cNvPr id="6" name="Imagen 5" descr="Large_portada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18" r="21266"/>
          <a:stretch/>
        </p:blipFill>
        <p:spPr>
          <a:xfrm>
            <a:off x="0" y="0"/>
            <a:ext cx="9158271" cy="4149875"/>
          </a:xfrm>
          <a:prstGeom prst="rect">
            <a:avLst/>
          </a:prstGeom>
        </p:spPr>
      </p:pic>
      <p:sp>
        <p:nvSpPr>
          <p:cNvPr id="8" name="Subtítulo 4"/>
          <p:cNvSpPr txBox="1">
            <a:spLocks/>
          </p:cNvSpPr>
          <p:nvPr/>
        </p:nvSpPr>
        <p:spPr>
          <a:xfrm>
            <a:off x="766039" y="4091166"/>
            <a:ext cx="3624777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dirty="0" smtClean="0"/>
              <a:t>Equipo formado por:</a:t>
            </a:r>
            <a:endParaRPr lang="es-ES" dirty="0"/>
          </a:p>
        </p:txBody>
      </p:sp>
      <p:pic>
        <p:nvPicPr>
          <p:cNvPr id="10" name="Imagen 9" descr="Large_portada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18" r="21266" b="82011"/>
          <a:stretch/>
        </p:blipFill>
        <p:spPr>
          <a:xfrm>
            <a:off x="-118130" y="6129145"/>
            <a:ext cx="9420867" cy="7477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Imagen 10" descr="logo-smal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2825" y="6238970"/>
            <a:ext cx="1295743" cy="5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3665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SIBARITAS</a:t>
            </a:r>
            <a:endParaRPr lang="es-ES" dirty="0"/>
          </a:p>
        </p:txBody>
      </p:sp>
      <p:pic>
        <p:nvPicPr>
          <p:cNvPr id="6" name="Imagen 5" descr="familyguy (4)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69463"/>
            <a:ext cx="1800000" cy="1800000"/>
          </a:xfrm>
          <a:prstGeom prst="rect">
            <a:avLst/>
          </a:prstGeom>
        </p:spPr>
      </p:pic>
      <p:pic>
        <p:nvPicPr>
          <p:cNvPr id="7" name="Imagen 6" descr="familyguy (3)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838" y="1669463"/>
            <a:ext cx="1800000" cy="1800000"/>
          </a:xfrm>
          <a:prstGeom prst="rect">
            <a:avLst/>
          </a:prstGeom>
        </p:spPr>
      </p:pic>
      <p:pic>
        <p:nvPicPr>
          <p:cNvPr id="8" name="Imagen 7" descr="familyguy (2)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017" y="1669463"/>
            <a:ext cx="1800000" cy="1800000"/>
          </a:xfrm>
          <a:prstGeom prst="rect">
            <a:avLst/>
          </a:prstGeom>
        </p:spPr>
      </p:pic>
      <p:pic>
        <p:nvPicPr>
          <p:cNvPr id="9" name="Imagen 8" descr="familyguy (1)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957" y="1655193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060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09520"/>
            <a:ext cx="8229600" cy="1143000"/>
          </a:xfrm>
        </p:spPr>
        <p:txBody>
          <a:bodyPr/>
          <a:lstStyle/>
          <a:p>
            <a:r>
              <a:rPr lang="es-ES" b="1" dirty="0" smtClean="0">
                <a:latin typeface="Didot"/>
                <a:cs typeface="Didot"/>
              </a:rPr>
              <a:t>IDEA</a:t>
            </a:r>
            <a:endParaRPr lang="es-ES" b="1" dirty="0">
              <a:latin typeface="Didot"/>
              <a:cs typeface="Didot"/>
            </a:endParaRPr>
          </a:p>
        </p:txBody>
      </p:sp>
      <p:sp>
        <p:nvSpPr>
          <p:cNvPr id="10" name="Marcador de contenido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7201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smtClean="0">
                <a:latin typeface="Didot"/>
                <a:cs typeface="Didot"/>
              </a:rPr>
              <a:t>HITORIAS</a:t>
            </a:r>
            <a:endParaRPr lang="es-ES" b="1" dirty="0">
              <a:latin typeface="Didot"/>
              <a:cs typeface="Didot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14344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Arquitectura</a:t>
            </a:r>
            <a:endParaRPr lang="es-ES" dirty="0"/>
          </a:p>
        </p:txBody>
      </p:sp>
      <p:pic>
        <p:nvPicPr>
          <p:cNvPr id="4" name="Marcador de contenido 3" descr="Esquema Aplicación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87" b="11087"/>
          <a:stretch>
            <a:fillRect/>
          </a:stretch>
        </p:blipFill>
        <p:spPr>
          <a:xfrm>
            <a:off x="0" y="756254"/>
            <a:ext cx="9764157" cy="5369910"/>
          </a:xfrm>
        </p:spPr>
      </p:pic>
    </p:spTree>
    <p:extLst>
      <p:ext uri="{BB962C8B-B14F-4D97-AF65-F5344CB8AC3E}">
        <p14:creationId xmlns:p14="http://schemas.microsoft.com/office/powerpoint/2010/main" val="15892621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ln w="12700">
                  <a:solidFill>
                    <a:srgbClr val="000000"/>
                  </a:solidFill>
                  <a:prstDash val="solid"/>
                </a:ln>
              </a:rPr>
              <a:t>Arquitectura</a:t>
            </a:r>
            <a:endParaRPr lang="es-ES" dirty="0">
              <a:ln w="12700">
                <a:solidFill>
                  <a:srgbClr val="000000"/>
                </a:solidFill>
                <a:prstDash val="solid"/>
              </a:ln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493178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Soluci</a:t>
            </a:r>
            <a:r>
              <a:rPr lang="es-ES" dirty="0" smtClean="0"/>
              <a:t>ó</a:t>
            </a:r>
            <a:r>
              <a:rPr lang="es-ES" dirty="0" smtClean="0"/>
              <a:t>n digital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894885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DEMO</a:t>
            </a:r>
            <a:endParaRPr lang="es-ES" dirty="0"/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7" name="Imagen 6" descr="constru.gif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90500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642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</TotalTime>
  <Words>20</Words>
  <Application>Microsoft Macintosh PowerPoint</Application>
  <PresentationFormat>Presentación en pantalla (4:3)</PresentationFormat>
  <Paragraphs>12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SIBARITAS</vt:lpstr>
      <vt:lpstr>IDEA</vt:lpstr>
      <vt:lpstr>HITORIAS</vt:lpstr>
      <vt:lpstr>Arquitectura</vt:lpstr>
      <vt:lpstr>Arquitectura</vt:lpstr>
      <vt:lpstr>Solución digital</vt:lpstr>
      <vt:lpstr>DEMO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Alba Parada</dc:creator>
  <cp:lastModifiedBy>Alba Parada</cp:lastModifiedBy>
  <cp:revision>7</cp:revision>
  <dcterms:created xsi:type="dcterms:W3CDTF">2018-03-01T16:13:09Z</dcterms:created>
  <dcterms:modified xsi:type="dcterms:W3CDTF">2018-03-01T20:13:44Z</dcterms:modified>
</cp:coreProperties>
</file>